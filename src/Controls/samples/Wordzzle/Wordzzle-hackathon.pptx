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Actual dotnet watch XAML and C# source edits were recorded on both platforms. iOS PID 12297 and page session 68811798 stayed unchanged: label/color/font changed, counter stayed 3, then the handler changed from +1 to +2 and a tap produced 5. Empty input and the Maui tester greeting passed; a deliberate CS1525 left the app usable and recovery preserved the process/session. Preview 6 MAUI alone applied managed deltas without refreshing XAML UI; the iOS-26.5-compatible RC2 package resolved this. A sample-local target corrects Preview 6's quoted mlaunch executable and run directory. Exact event iOS still requires Xcode 27. VS Code F5, breakpoints, flame-button Hot Reload and MAUI chat-agent selection remain unverified; CLI/MCP recordings are not editor evidence. See README for versions, first failures, video processing and limits.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4EF"/>
          </a:solidFill>
        </p:spPr>
        <p:txBody>
          <a:bodyPr rtlCol="0" anchor="ctr"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200">
                <a:solidFill>
                  <a:srgbClr val="538D4E"/>
                </a:solidFill>
              </a:rPr>
              <a:t>WORDZZLE / MAUI 11 RC2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46304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2400">
                <a:solidFill>
                  <a:srgbClr val="30343B"/>
                </a:solidFill>
              </a:rPr>
              <a:t>Running on Android and iOS - no Xcode 27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246888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Daily 4-7-letter English puzzles, duplicate-aware scoring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Win, restart, restore progress, inspect local statistics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C# XAML expressions + counter + validated name form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566928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1800">
                <a:solidFill>
                  <a:srgbClr val="538D4E"/>
                </a:solidFill>
              </a:rPr>
              <a:t>Real app screenshots and scenario evidence: README.md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4EF"/>
          </a:solidFill>
        </p:spPr>
        <p:txBody>
          <a:bodyPr rtlCol="0" anchor="ctr"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000">
                <a:solidFill>
                  <a:srgbClr val="538D4E"/>
                </a:solidFill>
              </a:rPr>
              <a:t>EVIDENCE, FRICTION, BLOCKERS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50876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2200">
                <a:solidFill>
                  <a:srgbClr val="30343B"/>
                </a:solidFill>
              </a:rPr>
              <a:t>Working: Android + iOS CoreCLR, real DevFlow MCP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233172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XAML + C# Hot Reload preserve session and counter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7200" y="315468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iOS: .NET 11 Preview 6 + compatible MAUI 11 RC2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538D4E"/>
                </a:solidFill>
              </a:rPr>
              <a:t>Xcode 26.6; iOS SDK 26.5; two iOS Hot Reload videos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507492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A34C28"/>
                </a:solidFill>
              </a:rPr>
              <a:t>VS Code F5 / agent chat not validated; no false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