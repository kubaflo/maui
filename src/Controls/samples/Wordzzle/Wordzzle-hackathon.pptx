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VS Code recovery required dotnet.useLegacyDotnetResolution to normalize the Homebrew runtime path, full-project restore of the event runtime packages, and reload to activate C# Dev Kit 3.40.210. MAUI extension 11.0.24 did not resolve relative or workspace-variable project paths and failed to persist the selected target/platform. An ignored machine-local launch profile with an absolute project path, explicit Android platform/device, and useLaunchJsonConfigurations enabled worked. The IDE showed Debugging started, one active Call Stack session, and C# Hot Reload available. The earlier build-only trial is not counted. The desktop then locked and automation refused input; breakpoint/variables/step/continue, three debugger relaunch cycles, second-device switching, editor Hot Reload/Undo/Redo/error recovery, MAUI-agent prompts and plain-Copilot comparison remain unverified. Existing four Android/iOS Hot Reload videos are CLI evidence, not IDE or agent evidence. The actual VS Code device-picker failure and F5-launched counter image are published in README. No event deck upload: supplied destination was TODO.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4EF"/>
          </a:solidFill>
        </p:spPr>
        <p:txBody>
          <a:bodyPr rtlCol="0" anchor="ctr"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200">
                <a:solidFill>
                  <a:srgbClr val="538D4E"/>
                </a:solidFill>
              </a:rPr>
              <a:t>WORDZZLE / MAUI 11 RC2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46304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2400">
                <a:solidFill>
                  <a:srgbClr val="30343B"/>
                </a:solidFill>
              </a:rPr>
              <a:t>Running on Android and iOS - no Xcode 27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46888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Daily 4-7-letter English puzzles, duplicate-aware scoring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Win, restart, restore progress, inspect local statistics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C# XAML expressions + counter + validated name form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566928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1800">
                <a:solidFill>
                  <a:srgbClr val="538D4E"/>
                </a:solidFill>
              </a:rPr>
              <a:t>Real app, F5 counter and template captures: README.md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4EF"/>
          </a:solidFill>
        </p:spPr>
        <p:txBody>
          <a:bodyPr rtlCol="0" anchor="ctr"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3000">
                <a:solidFill>
                  <a:srgbClr val="538D4E"/>
                </a:solidFill>
              </a:rPr>
              <a:t>EVIDENCE, FRICTION, BLOCKERS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50876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b="1" sz="2200">
                <a:solidFill>
                  <a:srgbClr val="30343B"/>
                </a:solidFill>
              </a:rPr>
              <a:t>Android F5 + counter; CLI Hot Reload on both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233172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IDE recovery: .NET path, restore, launch settings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315468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30343B"/>
                </a:solidFill>
              </a:rPr>
              <a:t>iOS: Xcode 26.6 + compatible .NET 11 / MAUI RC2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538D4E"/>
                </a:solidFill>
              </a:rPr>
              <a:t>Template runs; real captures + four videos in README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5074920"/>
            <a:ext cx="8229600" cy="64008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2200">
                <a:solidFill>
                  <a:srgbClr val="A34C28"/>
                </a:solidFill>
              </a:rPr>
              <a:t>Blocked: breakpoints, IDE Hot Reload, agent chat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